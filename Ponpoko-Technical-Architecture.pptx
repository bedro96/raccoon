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Resources provisioned (count)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 tier (relative cost index)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Container Apps</c:v>
                  </c:pt>
                  <c:pt idx="1">
                    <c:v>Container Registry</c:v>
                  </c:pt>
                  <c:pt idx="2">
                    <c:v>Storage Account</c:v>
                  </c:pt>
                  <c:pt idx="3">
                    <c:v>Log Analytics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Ticket status (6 of 8 merged)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3E467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Merged</c:v>
                </c:pt>
                <c:pt idx="1">
                  <c:v>In review / 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657600"/>
            <a:ext cx="2743200" cy="2743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PONPOKO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Build Report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architecture · function call graph · components built · Azure resource footprint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browser through to Azure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(Browser)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game loop (RAF)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synthesis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to API routes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 APPS — "ca-ponpoko-eval" (1 replica, port 3000)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standalone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pages + API routes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user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PLATFORM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 (image pull)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Table Storage (leaderboard)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 (logs)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898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4544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OIDC-authenticated pulls / SDK calls 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“Hardware” in this project is entirely virtualized: no physical/on-prem hardware is provisioned. Compute, network, and storage are Azure-managed services described on the next slides.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by layer, from framework to runtime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179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517904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Router), React 19, JavaScript (no TypeScript)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02996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HTML5 Canvas game loop (requestAnimationFrame) — no game engine, per ADR-0001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420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54203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oscillator synthesis (square/triangle/sawtooth) — no external audio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540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05409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Table Storage via @azure/data-tables SDK, abstracted behind a swappable storage client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56616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Testing Library — 40 unit tests across 3 suites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078224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9 (flat config) via eslint-config-next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902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459028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build (deps → builder → runner), node:20-alpine, non-root 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1023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51023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Bicep, orchestrated by Azure Developer CLI (azd) — ADR-0003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59552"/>
            <a:ext cx="110642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144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561441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OIDC federated credentials (no stored secrets)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built, file by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6118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engine (lib/)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gameState.js — pure update(state,input,dt); movement, jump, climb, enemy AI, collision, lives,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DOM/Canvas dependency — the core unit-testing seam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EAF4F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36118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463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Leaderboard (lib/ + app/api/)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scoresStorage.js — in-memory + Azure Table Storage client, auto-selected by env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sessionTokens.js — single-use tokens, rate limiting, score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api/scores/route.js — POST submit / GET top-N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api/session/route.js — issues play-session tokens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EAF4F4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463040"/>
            <a:ext cx="36118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463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(app/)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play/page.jsx — Canvas render loop, input handling, audio synthesis, HUD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play/LeaderboardOverlay.jsx — game-over name entry + leaderboard display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layout.jsx / page.jsx — root shell and landing route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/ CALL 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/ CALL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render loop and server request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RENDER LOOP  (app/play/page.jsx)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requestAnimationFrame(loop)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578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614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update(state, input, dt)   → lib/gameState.js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33284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112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playSfx('jump' | 'climb' | 'lose-life' | 'game-over')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40782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611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ctx.drawImage(...) / fillRect(...)  — render frame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0109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gameOver → &lt;LeaderboardOverlay/&gt; mounts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463040"/>
            <a:ext cx="544068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REQUEST FLOW  (app/api/**/route.js)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201168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3456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0116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 → issueToken()  [lib/sessionTokens.js]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2578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276148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3456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7614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/api/scores → validateScore(score)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0" y="33284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3511296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3456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51129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checkRateLimit(ip)  → consumeToken(sessionToken)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0" y="40782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426110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34563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2611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getStorageClient().addScore(entry)  [lib/scoresStorage.js]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78240" y="4828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55080" y="501091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34563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0109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/api/scores?top=N → getStorageClient().getTopScores(n)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getStorageClient() auto-selects: Azure Table Storage when AZURE_STORAGE_CONNECTION_STRING is set (production), otherwise an in-memory implementation (local dev &amp; tests).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QUALITY GATES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independently verified before merge — not trusted from its description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1792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68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00684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pre-merge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pipeline applied to every PR: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931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lint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931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vitest run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3931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3931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rubber-duck logic 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64040" y="3931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only if clean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caught before merge (examples):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5440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render loop when the player sprite image was already cached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Climbing left onGround=true, so gravity never re-engaged (player could float)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life-loss SFX silently suppressed by an else-if branch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@azure/data-tables used but never declared as a real dependency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3× larger than necessary from a redundant dependency install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RESOURCES CONSUMED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provisioned lives in one isolated resource group: rg-ponpoko-eval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212080" cy="310896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/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 environment +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Consumption, 0.5 vCPU / 1Gi, 1 replica (fixed)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Next.js standalone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built Docker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Account (Table)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Standard_LRS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 persistence (1 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 workspace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PerGB2018, 30-day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 log destination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compute autoscaling: minReplicas = maxReplicas = 1, a deliberate constraint because the leaderboard's session-token and rate-limit state is in-process only (not backed by Redis or another shared store) — a scope decision appropriate for a private evaluation project, not an oversight.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security: Container App uses a system-assigned managed identity with an AcrPull role assignment scoped to the registry (no admin credentials); CI/CD authenticates via OIDC federated credentials (no long-lived secrets stored in GitHub).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BEEN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tracer-bullet tickets, tracked to closure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5448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600200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5544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1554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Next.js 16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075688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46520" y="20299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0880" y="2029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 loop, movement, jump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2551176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5054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2505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Enemies, collision, lives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3026664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46520" y="29809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2980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collectibles, audio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3502152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46520" y="34564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40880" y="3456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(Table Storage)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035040" y="3977640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6" name="Text 23"/>
          <p:cNvSpPr/>
          <p:nvPr/>
        </p:nvSpPr>
        <p:spPr>
          <a:xfrm>
            <a:off x="603504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46520" y="3931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40880" y="3931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(Dockerfile)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35040" y="4453128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7"/>
          <p:cNvSpPr/>
          <p:nvPr/>
        </p:nvSpPr>
        <p:spPr>
          <a:xfrm>
            <a:off x="6035040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…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46520" y="4407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40880" y="4407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 + CI/CD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35040" y="4928616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1"/>
          <p:cNvSpPr/>
          <p:nvPr/>
        </p:nvSpPr>
        <p:spPr>
          <a:xfrm>
            <a:off x="603504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…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46520" y="48828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040880" y="48828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smoke test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TOPOLOGY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git push to a running production revision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0956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82396" y="21945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02636" y="2834640"/>
            <a:ext cx="137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2939796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031236" y="21945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(OIDC login)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1476" y="2834640"/>
            <a:ext cx="137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5088636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180076" y="21945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push → ACR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00316" y="2834640"/>
            <a:ext cx="137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7237476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28916" y="21945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azd provision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(Bicep)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49156" y="2834640"/>
            <a:ext cx="137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9386316" y="2194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477756" y="21945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secrets stored in the repository: GitHub Actions exchanges a short-lived OIDC token for Azure access at run time via a federated credential trusting this repository's main branch.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deploy bootstraps infrastructure with a placeholder image (so ACR exists to push to); every subsequent run builds the real image first, then provisions/updates the Container App with that exact image — production is never left on the placeholder.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989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time of writing: Azure infra ticket (#14) in final review — production smoke test (#15) not yet run.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5/5 architecture decisions resolved, 3 ADRs recorded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Game: full arcade loop — movement, jump, climbing, enemies, lives, scoring, synthesized audio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Leaderboard: Azure Table Storage-backed, validated &amp; rate-limited API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286MB multi-stage Docker image, non-root, verified end-to-end locally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Infra: Bicep + azd, single-replica Container Apps, OIDC CI/CD — in final review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40 unit tests, every PR independently rebuilt/retested/reviewed before merge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10881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complete Azure provisioning, then a production smoke test against the live URL.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Ponpoko — Technical Architecture &amp; Build Report</dc:title>
  <dc:subject>PptxGenJS Presentation</dc:subject>
  <dc:creator>GitHub Copilot</dc:creator>
  <cp:lastModifiedBy>GitHub Copilot</cp:lastModifiedBy>
  <cp:revision>1</cp:revision>
  <dcterms:created xsi:type="dcterms:W3CDTF">2026-08-07T18:14:39Z</dcterms:created>
  <dcterms:modified xsi:type="dcterms:W3CDTF">2026-08-07T18:14:39Z</dcterms:modified>
</cp:coreProperties>
</file>