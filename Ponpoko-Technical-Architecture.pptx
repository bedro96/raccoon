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300" b="0" i="0" u="none" strike="noStrike">
                <a:solidFill>
                  <a:srgbClr val="000000"/>
                </a:solidFill>
                <a:latin typeface="Arial"/>
              </a:rPr>
              <a:t>10 resources across 5 categories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Resources by category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Compute</c:v>
                  </c:pt>
                  <c:pt idx="1">
                    <c:v>Networking</c:v>
                  </c:pt>
                  <c:pt idx="2">
                    <c:v>Storage</c:v>
                  </c:pt>
                  <c:pt idx="3">
                    <c:v>Identity</c:v>
                  </c:pt>
                  <c:pt idx="4">
                    <c:v>Monitoring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Arial"/>
              </a:rPr>
              <a:t>Ticket status (8 of 8 merged)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FA79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Merged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657600"/>
            <a:ext cx="2743200" cy="27432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92024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3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PONPOKO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9260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 &amp; Build Report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4206240" cy="502920"/>
          </a:xfrm>
          <a:prstGeom prst="roundRect">
            <a:avLst>
              <a:gd name="adj" fmla="val 14545"/>
            </a:avLst>
          </a:prstGeom>
          <a:solidFill>
            <a:srgbClr val="3FA79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6576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IN PRODUCTION — 8/8 tickets shipped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software architecture · function call graph · components built · Azure resource footprint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browser through to Azure infrastructure — now fully private-networked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8074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(Browser)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165506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game loop (RAF)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Audio synthesis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fetch() to API routes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694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 — "ca-ponpoko-eval" (1 replica, VNet-integrated, port 3000)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84378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standalone server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pages + API routes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Non-root container user, user-assigned managed identity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13405E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75818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NETWORK — VNet "vnet-ponpoko-eval"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403250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subnet for the Container Apps environment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 + private DNS zone for Table Storage (no public access)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4690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PLATFORM SERVICES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221224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Registry (image pull via managed identity)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Table Storage (leaderboard, Azure AD auth only)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workspace (logs)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82512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subscription enforces tenant-level governance policies (public network access + shared-key auth both disabled on storage accounts) — the private endpoint and managed-identity auth above satisfy those policies.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 STACK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by layer, from framework to runtime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1790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26080" y="1517904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(App Router), React 19, JavaScript (no TypeScript)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02996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Rendering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2029968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HTML5 Canvas game loop (requestAnimationFrame) — no game engine, per ADR-0001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4203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54203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Audio API oscillator synthesis (square/triangle/sawtooth) — no external audio files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305409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305409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Table Storage via @azure/data-tables, Azure AD auth via @azure/identity (DefaultAzureCredential)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511296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56616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3566160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 + Testing Library — 40 unit tests across 3 suites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407822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26080" y="4078224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ESLint 9 (flat config) via eslint-config-next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590288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Containerization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4590288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multi-stage build (deps → builder → runner), node:20-alpine, non-root user, 286MB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31520" y="5102352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51023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Bicep, orchestrated by Azure Developer CLI (azd) — ADR-0003, now includes VNet + private endpoint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559552"/>
            <a:ext cx="11064240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61441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26080" y="5614416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build/deploy on push to main (OIDC), plus a separate production smoke test workflow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COMPONENTS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actually built, file by file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4F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46304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6304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Game engine (lib/)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3246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gameState.js — pure update(state,input,dt); movement, jump, climb, enemy AI, collision, lives, scoring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DOM/Canvas dependency — the core unit-testing seam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97680" y="14630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4F4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46304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89120" y="146304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Leaderboard (lib/ + app/api/)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103120"/>
            <a:ext cx="3246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scoresStorage.js — in-memory + Azure Table Storage (Azure AD auth), auto-selected by env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sessionTokens.js — single-use tokens, rate limiting, score validation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api/scores/route.js — POST submit / GET top-N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api/session/route.js — issues play-session tokens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46720" y="146304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EAF4F4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463040"/>
            <a:ext cx="36118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4" name="Text 12"/>
          <p:cNvSpPr/>
          <p:nvPr/>
        </p:nvSpPr>
        <p:spPr>
          <a:xfrm>
            <a:off x="8138160" y="1463040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(app/)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46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page.jsx — redirects "/" to "/play" (fixed after launch: root was blank)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play/page.jsx — Canvas render loop, input handling, audio synthesis, HUD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play/LeaderboardOverlay.jsx — game-over name entry + leaderboard display</a:t>
            </a:r>
            <a:endParaRPr lang="en-US" sz="1050" dirty="0"/>
          </a:p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layout.jsx — root shell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 / CALL GRAPH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render loop and server request flow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RENDER LOOP  (app/play/page.jsx)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1168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requestAnimationFrame(loop)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17520" y="25786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761488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76148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update(state, input, dt)   → lib/gameState.js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17520" y="33284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511296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112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playSfx('jump' | 'climb' | 'lose-life' | 'game-over')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017520" y="40782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42611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ctx.drawImage(...) / fillRect(...)  — render frame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01752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010912"/>
            <a:ext cx="5303520" cy="566928"/>
          </a:xfrm>
          <a:prstGeom prst="roundRect">
            <a:avLst>
              <a:gd name="adj" fmla="val 9677"/>
            </a:avLst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501091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gameOver → &lt;LeaderboardOverlay/&gt; mounts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1463040"/>
            <a:ext cx="5440680" cy="36576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146304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 REQUEST FLOW  (app/api/**/route.js)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55080" y="2011680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134563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011680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 → issueToken()  [lib/sessionTokens.js]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778240" y="257860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55080" y="2761488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13456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761488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/api/scores → validateScore(score)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778240" y="33284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55080" y="3511296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134563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3511296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checkRateLimit(ip)  → consumeToken(sessionToken)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78240" y="407822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355080" y="4261104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134563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261104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getStorageClient().addScore(entry)  [lib/scoresStorage.js]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78240" y="48280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96167"/>
                </a:solidFill>
              </a:rPr>
              <a:t>↓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5010912"/>
            <a:ext cx="5257800" cy="566928"/>
          </a:xfrm>
          <a:prstGeom prst="roundRect">
            <a:avLst>
              <a:gd name="adj" fmla="val 9677"/>
            </a:avLst>
          </a:prstGeom>
          <a:solidFill>
            <a:srgbClr val="134563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5010912"/>
            <a:ext cx="4983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/api/scores?top=N → getStorageClient().getTopScores(n)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getStorageClient() connects to Azure Table Storage via a private endpoint using DefaultAzureCredential (the Container App's user-assigned managed identity) — no connection string, no public network path.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&amp; QUALITY GATES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 independently verified before merge — not trusted from its description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2900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429000" y="2331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217920" y="2331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PRs merged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006840" y="14630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9616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9006840" y="23317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caught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pre/post-merge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1106424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383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Verification pipeline applied to every PR: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84832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2130552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lint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21024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19" name="Text 17"/>
          <p:cNvSpPr/>
          <p:nvPr/>
        </p:nvSpPr>
        <p:spPr>
          <a:xfrm>
            <a:off x="3666744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vitest run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157216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5202936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run build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693408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6739128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rubber-duck review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229600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docker/curl verify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65792" y="3931920"/>
            <a:ext cx="1490472" cy="777240"/>
          </a:xfrm>
          <a:prstGeom prst="roundRect">
            <a:avLst>
              <a:gd name="adj" fmla="val 9412"/>
            </a:avLst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9811512" y="3931920"/>
            <a:ext cx="1399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if clean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Bugs caught this way (examples):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31520" y="544068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render loop on cached sprites; climbing-disables-gravity physics bug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life-loss SFX silently suppressed by an else-if branch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@azure/data-tables used but never declared as a real dependency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 3× larger than necessary; smoke-test script validated the wrong JSON shape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Post-launch: root route ("/") left blank — fixed with a redirect to /play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RESOURCES CONSUMED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provisioned lives in one isolated resource group: rg-ponpoko-eval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5778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17320"/>
          <a:ext cx="521208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173736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 / 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Apps env + app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vCPU / 1Gi, 1 replica (fixed)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the Next.js server, VNet-integrated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Registry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the built Docker image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Account (Table)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Standard_LRS, public access off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Leaderboard persistence, Azure AD auth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VNet + 2 subnets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Apps + private endpoint subnets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endpoint + DNS zone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privatelink.table...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path to Table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User-assigned identity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ACR pull + Table Storage data access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Analytics workspace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PerGB2018, 30-day retention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Apps log destination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compute autoscaling: minReplicas = maxReplicas = 1 — the leaderboard's session-token/rate-limit state is in-process only, a deliberate scope decision for this private evaluation project.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storage account has public network access AND shared-key auth both disabled (tenant policy) — access is via private endpoint + Azure AD only. CI/CD authenticates via OIDC federated credentials (no stored secrets).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BEEN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tracer-bullet tickets — all shipped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5544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600200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6" name="Text 3"/>
          <p:cNvSpPr/>
          <p:nvPr/>
        </p:nvSpPr>
        <p:spPr>
          <a:xfrm>
            <a:off x="6035040" y="1600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5544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#8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04088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Scaffold Next.js 16 app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35040" y="2075688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0" name="Text 7"/>
          <p:cNvSpPr/>
          <p:nvPr/>
        </p:nvSpPr>
        <p:spPr>
          <a:xfrm>
            <a:off x="603504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46520" y="202996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#9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040880" y="2029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game loop, movement, jump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2551176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4" name="Text 11"/>
          <p:cNvSpPr/>
          <p:nvPr/>
        </p:nvSpPr>
        <p:spPr>
          <a:xfrm>
            <a:off x="6035040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46520" y="250545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#10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040880" y="2505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Enemies, collision, lives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035040" y="3026664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46520" y="298094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040880" y="2980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collectibles, audio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35040" y="3502152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0" y="3502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46520" y="34564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#12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040880" y="3456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(Table Storage)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035040" y="3977640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26" name="Text 23"/>
          <p:cNvSpPr/>
          <p:nvPr/>
        </p:nvSpPr>
        <p:spPr>
          <a:xfrm>
            <a:off x="603504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46520" y="3931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040880" y="3931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 (Dockerfile)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035040" y="4453128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30" name="Text 27"/>
          <p:cNvSpPr/>
          <p:nvPr/>
        </p:nvSpPr>
        <p:spPr>
          <a:xfrm>
            <a:off x="6035040" y="4453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46520" y="44074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7040880" y="4407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infra + CI/CD (+ VNet)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035040" y="4928616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34" name="Text 31"/>
          <p:cNvSpPr/>
          <p:nvPr/>
        </p:nvSpPr>
        <p:spPr>
          <a:xfrm>
            <a:off x="6035040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46520" y="488289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#15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7040880" y="48828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smoke test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TOPOLOGY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git push to a running production revision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90956" y="19202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82396" y="19202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(main)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802636" y="2514600"/>
            <a:ext cx="13716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Shape 5"/>
          <p:cNvSpPr/>
          <p:nvPr/>
        </p:nvSpPr>
        <p:spPr>
          <a:xfrm>
            <a:off x="2939796" y="19202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3031236" y="19202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(OIDC login)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51476" y="2514600"/>
            <a:ext cx="13716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Shape 8"/>
          <p:cNvSpPr/>
          <p:nvPr/>
        </p:nvSpPr>
        <p:spPr>
          <a:xfrm>
            <a:off x="5088636" y="19202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5180076" y="19202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push → ACR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00316" y="2514600"/>
            <a:ext cx="13716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7237476" y="19202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7328916" y="19202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azd provision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(Bicep)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249156" y="2514600"/>
            <a:ext cx="137160" cy="54864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9386316" y="1920240"/>
            <a:ext cx="2011680" cy="1280160"/>
          </a:xfrm>
          <a:prstGeom prst="roundRect">
            <a:avLst>
              <a:gd name="adj" fmla="val 5714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9477756" y="192024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revision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long-lived secrets stored in the repository: GitHub Actions exchanges a short-lived OIDC token for Azure access via a federated credential trusting this repository's main branch.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1148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smoke-test workflow triggers automatically after every successful deploy (and can be run manually), hitting /play and /api/scores on the live URL and reporting pass/fail.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5120640"/>
            <a:ext cx="12188952" cy="137160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production URL: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A7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ca-ponpoko-eval.politecliff-3b621d61.koreacentral.azurecontainerapps.io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Planning: 5/5 architecture decisions resolved, 3 ADRs recorded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Game: full arcade loop — movement, jump, climbing, enemies, lives, scoring, synthesized audio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Leaderboard: Azure Table Storage, Azure AD auth, private endpoint, rate-limited API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Packaging: 286MB multi-stage Docker image, non-root, verified end-to-end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Infra: Bicep + azd, VNet + private endpoint, single-replica Container Apps, OIDC CI/CD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40 unit tests, every PR independently rebuilt/retested/reviewed, live smoke test passing</a:t>
            </a:r>
            <a:endParaRPr lang="en-US" sz="1550" dirty="0"/>
          </a:p>
          <a:p>
            <a:pPr marL="342900" indent="-342900">
              <a:buSzPct val="100000"/>
              <a:buChar char="•"/>
            </a:pPr>
            <a:r>
              <a:rPr lang="en-US" sz="1550" b="1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DEPLOYED AND VERIFIED IN PRODUCTION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4937760"/>
            <a:ext cx="108813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51663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also served as a case study in real-world Azure deployment troubleshooting: tenant governance policies (disabled shared-key auth, disabled public network access), azd/Bicep quirks, and RBAC propagation races were each diagnosed from live deployment logs and fixed, not guessed at.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Ponpoko — Technical Architecture &amp; Build Report</dc:title>
  <dc:subject>PptxGenJS Presentation</dc:subject>
  <dc:creator>GitHub Copilot</dc:creator>
  <cp:lastModifiedBy>GitHub Copilot</cp:lastModifiedBy>
  <cp:revision>1</cp:revision>
  <dcterms:created xsi:type="dcterms:W3CDTF">2026-08-08T00:16:05Z</dcterms:created>
  <dcterms:modified xsi:type="dcterms:W3CDTF">2026-08-08T00:16:05Z</dcterms:modified>
</cp:coreProperties>
</file>