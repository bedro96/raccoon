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2926080" cy="29260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9616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PONPOKO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evaluation of an AI coding agent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Spec → Build → Test → Containerize → Deploy to Azure Container Apps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the classic 1982 arcade game Ponpoko as a modern web app — a private, non-public project purpose-built to evaluate whether an AI coding agent can carry a real software project from idea to a working production deployment.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852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public release, monetization, or trademark clearance.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6858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685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66360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66360" y="102412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(JavaScript), hand-rolled Canvas game loop, Azure Table Storage, Docker, Azure Container Apps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20391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244144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lives, arrow-key movement + space-bar jump, collectible scoring, toggleable synthesized audio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35204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3456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38587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broken into 8 tracer-bullet tickets, each assigned to &amp; built by the GitHub Copilot coding agent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493776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4937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48737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527608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independently verified (install/lint/test/build) and reviewed by a rubber-duck logic pass before merge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LOOSE IDEA TO A CHARTED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planning map turned an ambiguous request into 5 concrete architecture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1031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Canvas 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game engine)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828800"/>
            <a:ext cx="21031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4612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4688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Table Storage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/api/scores route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82880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828800"/>
            <a:ext cx="21031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dev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24688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dev directly;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Docker build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182880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1828800"/>
            <a:ext cx="21031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2668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24688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Hand-recreated pixel 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synthesized chiptune audio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09760" y="182880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0" y="1828800"/>
            <a:ext cx="21031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669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46920" y="24688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+ azd/Bicep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(OIDC)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was recorded as a resolved ticket, then durable architecture choices were promoted to ADRs (Architectural Decision Records) in docs/adr/ for long-term traceability.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ADR-0001  Canvas, no engine     ADR-0002  Table Storage leaderboard     ADR-0003  ACR + azd + GitHub Actions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DELIVERY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tracer-bullet tickets, executed in a linear dependency chain by the GitHub Copilot coding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4904" y="2377440"/>
            <a:ext cx="1325880" cy="173736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" y="2514600"/>
            <a:ext cx="1179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00784" y="3200400"/>
            <a:ext cx="118872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1819656" y="2377440"/>
            <a:ext cx="1325880" cy="173736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892808" y="2514600"/>
            <a:ext cx="1179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 loop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(movement + jump)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45536" y="3200400"/>
            <a:ext cx="118872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3264408" y="2377440"/>
            <a:ext cx="1325880" cy="173736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2514600"/>
            <a:ext cx="1179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Enemies, collision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lives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90288" y="3200400"/>
            <a:ext cx="118872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2377440"/>
            <a:ext cx="1325880" cy="173736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782312" y="2514600"/>
            <a:ext cx="1179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items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3200400"/>
            <a:ext cx="118872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153912" y="2377440"/>
            <a:ext cx="1325880" cy="173736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2514600"/>
            <a:ext cx="1179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(Table Storage)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79792" y="3200400"/>
            <a:ext cx="118872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7598664" y="2377440"/>
            <a:ext cx="1325880" cy="173736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671816" y="2514600"/>
            <a:ext cx="1179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24544" y="3200400"/>
            <a:ext cx="118872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9043416" y="2377440"/>
            <a:ext cx="1325880" cy="173736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9116568" y="2514600"/>
            <a:ext cx="1179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CI/CD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369296" y="3200400"/>
            <a:ext cx="118872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88168" y="2377440"/>
            <a:ext cx="1325880" cy="173736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10561320" y="2514600"/>
            <a:ext cx="1179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is independently verified (install → lint → unit tests → production build) and reviewed by a rubber-duck logic pass before merge — not just trusted from the PR description.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were caught this way before merge: a duplicate render loop on cached sprites, a climbing-disables-gravity physics bug, and a suppressed sound effect on the game’s final life loss.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GUARDRAILS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autonomy, except where real-world consequences demand explicit confirmation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subscription detected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was initially authenticated against a shared corporate Azure subscription with unrelated live projects — not a personal sandbox.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⏸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Provisioning paused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assume authorization, the pipeline paused before any real resource creation and asked the user directly.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Confirmed &amp; isolated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703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confirmed a personal subscription; deployment proceeds into a dedicated, clearly-named resource group only.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irreversible, costly, or scope-ambiguous actions (spending real money in an unknown subscription) pause for a human decision. Routine implementation choices are made autonomously and documented.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THINGS 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5/5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decisions resolved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463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38912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recorded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0" y="1463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3/8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13816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tickets merged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Remaining path to production: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collectibles &amp; audio (in review)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Leaderboard: Table Storage + API + UI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with a multi-stage Dockerfile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Azure infra (ACR, Container Apps, Table Storage) + GitHub Actions CI/CD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smoke test against the live Container Apps URL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Ponpoko — AI Coding Agent Evaluation</dc:title>
  <dc:subject>PptxGenJS Presentation</dc:subject>
  <dc:creator>GitHub Copilot</dc:creator>
  <cp:lastModifiedBy>GitHub Copilot</cp:lastModifiedBy>
  <cp:revision>1</cp:revision>
  <dcterms:created xsi:type="dcterms:W3CDTF">2026-08-07T16:59:12Z</dcterms:created>
  <dcterms:modified xsi:type="dcterms:W3CDTF">2026-08-07T16:59:12Z</dcterms:modified>
</cp:coreProperties>
</file>